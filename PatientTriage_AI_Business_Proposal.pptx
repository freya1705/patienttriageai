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F172A"/>
                </a:solidFill>
              </a:defRPr>
            </a:pPr>
            <a:r>
              <a:t>Team 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411480"/>
          </a:xfrm>
          <a:prstGeom prst="rect">
            <a:avLst/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A800FF"/>
                </a:solidFill>
              </a:defRPr>
            </a:pPr>
            <a:r>
              <a:t> TEAM NAME: Phoenix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10312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A800FF"/>
                </a:solidFill>
              </a:defRPr>
            </a:pPr>
            <a:r>
              <a:t>Freya Jadhav</a:t>
            </a:r>
          </a:p>
          <a:p>
            <a:pPr>
              <a:defRPr sz="2800" b="1">
                <a:solidFill>
                  <a:srgbClr val="A800FF"/>
                </a:solidFill>
              </a:defRPr>
            </a:pPr>
            <a:r>
              <a:t>(Team Leader)</a:t>
            </a:r>
          </a:p>
          <a:p>
            <a:pPr>
              <a:spcBef>
                <a:spcPts val="1800"/>
              </a:spcBef>
              <a:defRPr sz="1400">
                <a:solidFill>
                  <a:srgbClr val="0F172A"/>
                </a:solidFill>
              </a:defRPr>
            </a:pPr>
            <a:r>
              <a:t>College: IIT Madras</a:t>
            </a:r>
            <a:br/>
            <a:r>
              <a:t>Stream: Data Science and Applications</a:t>
            </a:r>
            <a:br/>
            <a:r>
              <a:t>Year of graduation: 2028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94360"/>
          </a:xfrm>
          <a:prstGeom prst="rect">
            <a:avLst/>
          </a:prstGeom>
          <a:solidFill>
            <a:srgbClr val="A8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 Describe the problem statement (200 words)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2865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Patient Triage Doesn’t End at Arrival: The Waiting-Room Surveillance Gap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Emergency departments face acute operational strain during mass-casualty surges and peak hours. Globally, emergency crowding increases 10-day patient mortality by ~30%, with 90% of emergency medical condition deaths preventable through timely prioritization. In India, ranking 144th in emergency access, over 79% of healthcare workers report triage bottlenecks as their primary operational barrier, compounded by the fact that only 12.14% of registrations capture structured diagnostic data at intake.</a:t>
            </a:r>
            <a:br/>
            <a:br/>
            <a:r>
              <a:t>The fundamental failure of current emergency workflows is that triage is treated as a one-time static snapshot at the front door. However, arrival classification quickly degrades: patients initially categorized as lower risk can silently deteriorate, exceed clinically safe reassessment windows, or experience internal decompensation while waiting unmonitored.</a:t>
            </a:r>
            <a:br/>
            <a:br/>
            <a:r>
              <a:t>When clinical staff are overwhelmed, data is incomplete, and clinical attention becomes the scarce resource, two distinct decisions must be made:</a:t>
            </a:r>
            <a:br/>
            <a:r>
              <a:t>• Who needs attention first upon arrival?</a:t>
            </a:r>
            <a:br/>
            <a:r>
              <a:t>• Who is no longer safe to keep waiting?</a:t>
            </a:r>
            <a:br/>
            <a:br/>
            <a:r>
              <a:t>Current systems fail to monitor this second, life-critical question, resulting in dangerous unmonitored delays, alert fatigue, and preventable patient mortality.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94360"/>
          </a:xfrm>
          <a:prstGeom prst="rect">
            <a:avLst/>
          </a:prstGeom>
          <a:solidFill>
            <a:srgbClr val="A8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 Proposed solution (200 words)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Core Loop: Arrive → Prioritize → Wait → Monitor → Reprioritize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Step 1: Rapid Arrival Prioritization. Uses intake symptoms, vitals, complaint, and injury type to assign immediate priority. Supports standard hospital triage (ESI 1–5) and switches instantly to mass-casualty disaster mode (Red/Yellow/Green/Black).</a:t>
            </a:r>
            <a:br/>
            <a:r>
              <a:t>Step 2: Continuous Waiting-Room Safety. Continuously monitors patients while they wait using automated timers (elapsed wait time and overdue review windows) and new vitals entered during regular checks—without needing expensive wearable sensors.</a:t>
            </a:r>
            <a:br/>
            <a:r>
              <a:t>Step 3: Workflow Automation vs. Human Authority. Automated by System: Tracks waiting timers, flags missing vitals, triggers hospital escalation ladders, and ranks urgent tasks. Decided by Doctors: Medical diagnosis, treatment plans, prescriptions, and 100% final override authority.</a:t>
            </a:r>
            <a:br/>
            <a:r>
              <a:t>Step 4: Live Action Queue &amp; Safety Guardrail. Surfaces a clean Top-3 Action Queue for staff instead of noisy alarms. Follows the core rule: Uncertainty ≠ Low Risk—missing critical vitals blocks a safe rating and triggers immediate human review.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3931920"/>
          <a:ext cx="10728655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699455"/>
              </a:tblGrid>
              <a:tr h="35269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Most systems</a:t>
                      </a:r>
                    </a:p>
                  </a:txBody>
                  <a:tcPr>
                    <a:solidFill>
                      <a:srgbClr val="99F6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PatientTriage.ai</a:t>
                      </a:r>
                    </a:p>
                  </a:txBody>
                  <a:tcPr>
                    <a:solidFill>
                      <a:srgbClr val="99F6E4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Assess patients at arrival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Continues monitoring while they wait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Give a fixed risk score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Updates priority when risk changes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Track queues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Treats long waiting time as a safety signal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May struggle with missing data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Flags uncertainty for human review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Generate many alerts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Shows only the Top-3 actions first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Depend heavily on hospital systems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Standalone-first and integration-ready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94360"/>
          </a:xfrm>
          <a:prstGeom prst="rect">
            <a:avLst/>
          </a:prstGeom>
          <a:solidFill>
            <a:srgbClr val="A8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 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72865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 u="sng">
                <a:solidFill>
                  <a:srgbClr val="2563EB"/>
                </a:solidFill>
              </a:defRPr>
            </a:pPr>
            <a:r>
              <a:t>https://drive.google.com/drive/folders/1qeAV4E03yaVNREZVVUIRtUZ2KoMC7Ptg?usp=sharing</a:t>
            </a:r>
          </a:p>
          <a:p>
            <a:br/>
            <a:pPr>
              <a:spcBef>
                <a:spcPts val="1400"/>
              </a:spcBef>
              <a:defRPr sz="1400">
                <a:solidFill>
                  <a:srgbClr val="64748B"/>
                </a:solidFill>
              </a:defRPr>
            </a:pPr>
            <a:r>
              <a:t>GitHub Repository: https://github.com/freya1705/PatientTriageAI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